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86" r:id="rId1"/>
  </p:sldMasterIdLst>
  <p:sldIdLst>
    <p:sldId id="256" r:id="rId2"/>
    <p:sldId id="263" r:id="rId3"/>
    <p:sldId id="264" r:id="rId4"/>
    <p:sldId id="265" r:id="rId5"/>
    <p:sldId id="266" r:id="rId6"/>
    <p:sldId id="267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00261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2516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3533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880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4757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78477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187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8070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91320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698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125201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812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479098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1736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6038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414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10/28/2021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169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  <p:sldLayoutId id="2147483700" r:id="rId14"/>
    <p:sldLayoutId id="2147483701" r:id="rId15"/>
    <p:sldLayoutId id="214748370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E842D7-B33B-4839-ACA3-5DA20DCF9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15562" y="424974"/>
            <a:ext cx="10709030" cy="2262781"/>
          </a:xfrm>
        </p:spPr>
        <p:txBody>
          <a:bodyPr>
            <a:normAutofit fontScale="90000"/>
          </a:bodyPr>
          <a:lstStyle/>
          <a:p>
            <a:r>
              <a:rPr lang="es-419" b="1" dirty="0"/>
              <a:t>Natural Processing </a:t>
            </a:r>
            <a:r>
              <a:rPr lang="es-419" b="1" dirty="0" err="1"/>
              <a:t>Language</a:t>
            </a:r>
            <a:r>
              <a:rPr lang="es-419" b="1" dirty="0"/>
              <a:t>, NPL</a:t>
            </a:r>
            <a:br>
              <a:rPr lang="es-419" b="1" dirty="0"/>
            </a:br>
            <a:br>
              <a:rPr lang="es-419" sz="2900" b="1" dirty="0"/>
            </a:br>
            <a:r>
              <a:rPr lang="es-419" sz="2900" b="1" i="1" dirty="0" err="1"/>
              <a:t>RoBERTa</a:t>
            </a:r>
            <a:r>
              <a:rPr lang="es-419" sz="2900" b="1" i="1" dirty="0"/>
              <a:t>: </a:t>
            </a:r>
            <a:r>
              <a:rPr lang="en-US" sz="2900" b="1" dirty="0"/>
              <a:t>A Robustly Optimized BERT Pretraining Approach</a:t>
            </a:r>
            <a:br>
              <a:rPr lang="en-US" sz="2900" b="1" dirty="0"/>
            </a:br>
            <a:br>
              <a:rPr lang="en-US" sz="2900" b="1" dirty="0"/>
            </a:br>
            <a:r>
              <a:rPr lang="es-419" sz="2900" b="1" dirty="0"/>
              <a:t>Enfoque de preentrenamiento BERT optimizado</a:t>
            </a:r>
            <a:endParaRPr lang="es-CO" sz="2900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86C4D1F-2C5B-474D-BB53-F710B5E247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María Angélica Parra Mendoza</a:t>
            </a:r>
          </a:p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Data </a:t>
            </a:r>
            <a:r>
              <a:rPr lang="es-419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Science</a:t>
            </a:r>
            <a:r>
              <a:rPr lang="es-419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- Minería de Datos basado en Python – Taller 11</a:t>
            </a:r>
            <a:endParaRPr lang="es-CO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Convocatoria Mujeres Digitales 2021 – SENA</a:t>
            </a:r>
            <a:endParaRPr lang="es-CO" dirty="0">
              <a:solidFill>
                <a:schemeClr val="tx1"/>
              </a:solidFill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D5272A7-73C5-418D-BA31-466E536C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0077" y="2891965"/>
            <a:ext cx="3297233" cy="233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76268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E842D7-B33B-4839-ACA3-5DA20DCF9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14754"/>
            <a:ext cx="9224096" cy="2262781"/>
          </a:xfrm>
        </p:spPr>
        <p:txBody>
          <a:bodyPr>
            <a:normAutofit/>
          </a:bodyPr>
          <a:lstStyle/>
          <a:p>
            <a:r>
              <a:rPr lang="es-419" b="1" dirty="0" err="1"/>
              <a:t>RoBERTa</a:t>
            </a:r>
            <a:r>
              <a:rPr lang="es-419" b="1" dirty="0"/>
              <a:t> - NPL</a:t>
            </a:r>
            <a:endParaRPr lang="es-CO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86C4D1F-2C5B-474D-BB53-F710B5E24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89213" y="2733965"/>
            <a:ext cx="4615151" cy="316969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Un método robustamente optimizado para el entrenamiento previo de sistemas de procesamiento de lenguaje natural que mejora las representaciones de codificadores bidireccionales de transformaciones, o BERT.</a:t>
            </a:r>
            <a:endParaRPr lang="es-CO" dirty="0">
              <a:solidFill>
                <a:schemeClr val="tx1"/>
              </a:solidFill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A965279-D85E-4500-8DE4-007D3255D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3013" y="2881747"/>
            <a:ext cx="4220296" cy="1861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9485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E842D7-B33B-4839-ACA3-5DA20DCF9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14754"/>
            <a:ext cx="9224096" cy="2262781"/>
          </a:xfrm>
        </p:spPr>
        <p:txBody>
          <a:bodyPr>
            <a:normAutofit/>
          </a:bodyPr>
          <a:lstStyle/>
          <a:p>
            <a:r>
              <a:rPr lang="es-419" b="1" dirty="0" err="1"/>
              <a:t>RoBERTa</a:t>
            </a:r>
            <a:r>
              <a:rPr lang="es-419" b="1" dirty="0"/>
              <a:t> - NPL</a:t>
            </a:r>
            <a:endParaRPr lang="es-CO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86C4D1F-2C5B-474D-BB53-F710B5E24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89214" y="2733965"/>
            <a:ext cx="4783360" cy="316969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Produce resultados de vanguardia en el punto de referencia de NPL ampliamente utilizado, en la evaluación de comprensión del lenguaje general (General </a:t>
            </a:r>
            <a:r>
              <a:rPr lang="es-419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Language</a:t>
            </a:r>
            <a:r>
              <a:rPr lang="es-419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419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Understanding</a:t>
            </a:r>
            <a:r>
              <a:rPr lang="es-419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s-419" dirty="0" err="1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Evaluation</a:t>
            </a:r>
            <a:r>
              <a:rPr lang="es-419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- GLUE).</a:t>
            </a:r>
            <a:endParaRPr lang="es-CO" dirty="0">
              <a:solidFill>
                <a:schemeClr val="tx1"/>
              </a:solidFill>
            </a:endParaRPr>
          </a:p>
        </p:txBody>
      </p:sp>
      <p:pic>
        <p:nvPicPr>
          <p:cNvPr id="6" name="Imagen 5" descr="Interfaz de usuario gráfica, Aplicación, Teams&#10;&#10;Descripción generada automáticamente">
            <a:extLst>
              <a:ext uri="{FF2B5EF4-FFF2-40B4-BE49-F238E27FC236}">
                <a16:creationId xmlns:a16="http://schemas.microsoft.com/office/drawing/2014/main" id="{91DFED58-FFB2-4365-93BD-5D6AAEA3E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574" y="1629183"/>
            <a:ext cx="4440735" cy="4440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177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E842D7-B33B-4839-ACA3-5DA20DCF9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14754"/>
            <a:ext cx="9224096" cy="2262781"/>
          </a:xfrm>
        </p:spPr>
        <p:txBody>
          <a:bodyPr>
            <a:normAutofit/>
          </a:bodyPr>
          <a:lstStyle/>
          <a:p>
            <a:r>
              <a:rPr lang="es-419" b="1" dirty="0" err="1"/>
              <a:t>RoBERTa</a:t>
            </a:r>
            <a:r>
              <a:rPr lang="es-419" b="1" dirty="0"/>
              <a:t> - NPL</a:t>
            </a:r>
            <a:endParaRPr lang="es-CO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86C4D1F-2C5B-474D-BB53-F710B5E24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89214" y="2733965"/>
            <a:ext cx="5298642" cy="316969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S</a:t>
            </a:r>
            <a:r>
              <a:rPr lang="es-419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e basa en la estrategia de enmascaramiento de lenguaje de BERT, en la que el sistema aprende a predecir secciones de texto ocultas intencionalmente dentro de ejemplos de lenguaje. </a:t>
            </a:r>
            <a:endParaRPr lang="es-CO" dirty="0">
              <a:solidFill>
                <a:schemeClr val="tx1"/>
              </a:solidFill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1C437C5-36DB-4AA0-8087-13552FA59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0842" y="2733965"/>
            <a:ext cx="3418686" cy="227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649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E842D7-B33B-4839-ACA3-5DA20DCF9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14754"/>
            <a:ext cx="9224096" cy="2262781"/>
          </a:xfrm>
        </p:spPr>
        <p:txBody>
          <a:bodyPr>
            <a:normAutofit/>
          </a:bodyPr>
          <a:lstStyle/>
          <a:p>
            <a:r>
              <a:rPr lang="es-419" b="1" dirty="0" err="1"/>
              <a:t>RoBERTa</a:t>
            </a:r>
            <a:r>
              <a:rPr lang="es-419" b="1" dirty="0"/>
              <a:t> - NPL</a:t>
            </a:r>
            <a:endParaRPr lang="es-CO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86C4D1F-2C5B-474D-BB53-F710B5E24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89214" y="2733965"/>
            <a:ext cx="4605914" cy="316969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Modifica los </a:t>
            </a:r>
            <a:r>
              <a:rPr lang="es-419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hiperparámetros</a:t>
            </a:r>
            <a:r>
              <a:rPr lang="es-419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 clave en BERT, incluida la eliminación del objetivo de entrenamiento previo de la siguiente oración de BERT y el entrenamiento con mini lotes y tasas de aprendizaje mucho más grandes.</a:t>
            </a:r>
            <a:endParaRPr lang="es-CO" dirty="0">
              <a:solidFill>
                <a:schemeClr val="tx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858A76-8040-4014-842F-3CEE6CD154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8233" y="3073521"/>
            <a:ext cx="3480704" cy="16549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019204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E842D7-B33B-4839-ACA3-5DA20DCF98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-1168570"/>
            <a:ext cx="9224096" cy="2262781"/>
          </a:xfrm>
        </p:spPr>
        <p:txBody>
          <a:bodyPr>
            <a:normAutofit/>
          </a:bodyPr>
          <a:lstStyle/>
          <a:p>
            <a:r>
              <a:rPr lang="es-419" b="1" dirty="0" err="1"/>
              <a:t>RoBERTa</a:t>
            </a:r>
            <a:r>
              <a:rPr lang="es-419" b="1" dirty="0"/>
              <a:t> – NPL – Ejemplos</a:t>
            </a:r>
            <a:endParaRPr lang="es-CO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86C4D1F-2C5B-474D-BB53-F710B5E24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89214" y="1514766"/>
            <a:ext cx="5171464" cy="316969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*Análisis de significado en traducciones a Español:</a:t>
            </a:r>
          </a:p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https://skimai.com/roberta-language-model-for-spanish/</a:t>
            </a:r>
            <a:endParaRPr lang="es-CO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*Análisis de Sentimientos:</a:t>
            </a:r>
          </a:p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https://colab.research.google.com/github/DhavalTaunk08/NLP_scripts/blob/master/sentiment_analysis_using_roberta.ipynb#scrollTo=a-GlywkSFegL</a:t>
            </a:r>
          </a:p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r>
              <a:rPr lang="es-419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Arial" panose="020B0604020202020204" pitchFamily="34" charset="0"/>
              </a:rPr>
              <a:t>* Análisis de preguntas y respuestas: https://www.youtube.com/watch?v=6a6L_9USZxg&amp;ab_channel=AbhishekThakur</a:t>
            </a:r>
          </a:p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endParaRPr lang="es-419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endParaRPr lang="es-419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tabLst>
                <a:tab pos="2806065" algn="ctr"/>
                <a:tab pos="5612130" algn="r"/>
              </a:tabLst>
            </a:pPr>
            <a:endParaRPr lang="es-419" dirty="0">
              <a:solidFill>
                <a:schemeClr val="tx1"/>
              </a:solidFill>
              <a:latin typeface="Times New Roman" panose="02020603050405020304" pitchFamily="18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4098" name="Picture 2" descr="Natural Language Processing in Python - YouTube">
            <a:extLst>
              <a:ext uri="{FF2B5EF4-FFF2-40B4-BE49-F238E27FC236}">
                <a16:creationId xmlns:a16="http://schemas.microsoft.com/office/drawing/2014/main" id="{F59F6BF7-31BC-461A-AF84-CE1C0A3E1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31453" r="70192" b="13915"/>
          <a:stretch/>
        </p:blipFill>
        <p:spPr bwMode="auto">
          <a:xfrm>
            <a:off x="8393723" y="2507157"/>
            <a:ext cx="2140086" cy="2650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17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545439-D668-483B-96A0-9ABB793C0E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419" b="1" dirty="0"/>
              <a:t>Gracias.</a:t>
            </a:r>
            <a:endParaRPr lang="es-CO" b="1" dirty="0"/>
          </a:p>
        </p:txBody>
      </p:sp>
    </p:spTree>
    <p:extLst>
      <p:ext uri="{BB962C8B-B14F-4D97-AF65-F5344CB8AC3E}">
        <p14:creationId xmlns:p14="http://schemas.microsoft.com/office/powerpoint/2010/main" val="4036365918"/>
      </p:ext>
    </p:extLst>
  </p:cSld>
  <p:clrMapOvr>
    <a:masterClrMapping/>
  </p:clrMapOvr>
</p:sld>
</file>

<file path=ppt/theme/theme1.xml><?xml version="1.0" encoding="utf-8"?>
<a:theme xmlns:a="http://schemas.openxmlformats.org/drawingml/2006/main" name="Espiral">
  <a:themeElements>
    <a:clrScheme name="Espiral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Espiral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Espiral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178</TotalTime>
  <Words>272</Words>
  <Application>Microsoft Office PowerPoint</Application>
  <PresentationFormat>Panorámica</PresentationFormat>
  <Paragraphs>20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3" baseType="lpstr">
      <vt:lpstr>Arial</vt:lpstr>
      <vt:lpstr>Calibri</vt:lpstr>
      <vt:lpstr>Century Gothic</vt:lpstr>
      <vt:lpstr>Times New Roman</vt:lpstr>
      <vt:lpstr>Wingdings 3</vt:lpstr>
      <vt:lpstr>Espiral</vt:lpstr>
      <vt:lpstr>Natural Processing Language, NPL  RoBERTa: A Robustly Optimized BERT Pretraining Approach  Enfoque de preentrenamiento BERT optimizado</vt:lpstr>
      <vt:lpstr>RoBERTa - NPL</vt:lpstr>
      <vt:lpstr>RoBERTa - NPL</vt:lpstr>
      <vt:lpstr>RoBERTa - NPL</vt:lpstr>
      <vt:lpstr>RoBERTa - NPL</vt:lpstr>
      <vt:lpstr>RoBERTa – NPL – Ejemplos</vt:lpstr>
      <vt:lpstr>Gracias.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ISOMAP</dc:title>
  <dc:creator>Angelica Parra</dc:creator>
  <cp:lastModifiedBy>Angelica Parra</cp:lastModifiedBy>
  <cp:revision>55</cp:revision>
  <dcterms:created xsi:type="dcterms:W3CDTF">2021-09-16T17:48:21Z</dcterms:created>
  <dcterms:modified xsi:type="dcterms:W3CDTF">2021-10-28T19:28:41Z</dcterms:modified>
</cp:coreProperties>
</file>