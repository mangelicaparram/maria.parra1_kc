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026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51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533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809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475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847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187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07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132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698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2520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812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7909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173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6038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14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69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1286619"/>
            <a:ext cx="9224096" cy="2262781"/>
          </a:xfrm>
        </p:spPr>
        <p:txBody>
          <a:bodyPr>
            <a:normAutofit fontScale="90000"/>
          </a:bodyPr>
          <a:lstStyle/>
          <a:p>
            <a:r>
              <a:rPr lang="es-419" b="1" dirty="0"/>
              <a:t>Natural Processing </a:t>
            </a:r>
            <a:r>
              <a:rPr lang="es-419" b="1" dirty="0" err="1"/>
              <a:t>Language</a:t>
            </a:r>
            <a:r>
              <a:rPr lang="es-419" b="1" dirty="0"/>
              <a:t>, NPL</a:t>
            </a:r>
            <a:br>
              <a:rPr lang="es-419" b="1" dirty="0"/>
            </a:br>
            <a:br>
              <a:rPr lang="es-419" b="1" dirty="0"/>
            </a:br>
            <a:r>
              <a:rPr lang="es-419" b="1" dirty="0" err="1"/>
              <a:t>RoBERTa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C4D1F-2C5B-474D-BB53-F710B5E24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María Angélica Parra Mendoza</a:t>
            </a: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Data </a:t>
            </a:r>
            <a:r>
              <a:rPr lang="es-419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Science</a:t>
            </a: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- Minería de Datos basado en Python – Taller 11</a:t>
            </a:r>
            <a:endParaRPr lang="es-CO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Convocatoria Mujeres Digitales 2021 – SENA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D5272A7-73C5-418D-BA31-466E536C3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523" y="1754930"/>
            <a:ext cx="4730263" cy="334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26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 err="1"/>
              <a:t>RoBERTa</a:t>
            </a:r>
            <a:r>
              <a:rPr lang="es-419" b="1" dirty="0"/>
              <a:t> - NPL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C4D1F-2C5B-474D-BB53-F710B5E24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2733965"/>
            <a:ext cx="4615151" cy="31696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método robustamente optimizado para el entrenamiento previo de sistemas de procesamiento de lenguaje natural que mejora las representaciones de codificadores bidireccionales de transformaciones, o BERT.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A965279-D85E-4500-8DE4-007D3255D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013" y="2881747"/>
            <a:ext cx="4220296" cy="186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485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 err="1"/>
              <a:t>RoBERTa</a:t>
            </a:r>
            <a:r>
              <a:rPr lang="es-419" b="1" dirty="0"/>
              <a:t> - NPL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C4D1F-2C5B-474D-BB53-F710B5E24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4" y="2733965"/>
            <a:ext cx="4783360" cy="31696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Produce resultados de vanguardia en el punto de referencia de NPL ampliamente utilizado, en la evaluación de comprensión del lenguaje general (General </a:t>
            </a:r>
            <a:r>
              <a:rPr lang="es-419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Language</a:t>
            </a: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419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Understanding</a:t>
            </a: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419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Evaluation</a:t>
            </a: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- GLUE).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6" name="Imagen 5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91DFED58-FFB2-4365-93BD-5D6AAEA3E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574" y="1629183"/>
            <a:ext cx="4440735" cy="444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177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 err="1"/>
              <a:t>RoBERTa</a:t>
            </a:r>
            <a:r>
              <a:rPr lang="es-419" b="1" dirty="0"/>
              <a:t> - NPL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C4D1F-2C5B-474D-BB53-F710B5E24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4" y="2733965"/>
            <a:ext cx="5298642" cy="31696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 basa en la estrategia de enmascaramiento de lenguaje de BERT, en la que el sistema aprende a predecir secciones de texto ocultas intencionalmente dentro de ejemplos de lenguaje. 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C437C5-36DB-4AA0-8087-13552FA59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842" y="2733965"/>
            <a:ext cx="3418686" cy="227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49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 err="1"/>
              <a:t>RoBERTa</a:t>
            </a:r>
            <a:r>
              <a:rPr lang="es-419" b="1" dirty="0"/>
              <a:t> - NPL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C4D1F-2C5B-474D-BB53-F710B5E24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4" y="2733965"/>
            <a:ext cx="4605914" cy="31696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Modifica los </a:t>
            </a:r>
            <a:r>
              <a:rPr lang="es-419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hiperparámetros</a:t>
            </a: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clave en BERT, incluida la eliminación del objetivo de entrenamiento previo de la siguiente oración de BERT y el entrenamiento con mini lotes y tasas de aprendizaje mucho más grandes.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2858A76-8040-4014-842F-3CEE6CD15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233" y="3073521"/>
            <a:ext cx="3480704" cy="165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192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-1168570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 err="1"/>
              <a:t>RoBERTa</a:t>
            </a:r>
            <a:r>
              <a:rPr lang="es-419" b="1" dirty="0"/>
              <a:t> – NPL – Ejemplos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C4D1F-2C5B-474D-BB53-F710B5E24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4" y="1514766"/>
            <a:ext cx="5171464" cy="31696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*Análisis de significado en traducciones a Español:</a:t>
            </a: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https://skimai.com/roberta-language-model-for-spanish/</a:t>
            </a:r>
            <a:endParaRPr lang="es-CO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*Análisis de Sentimientos:</a:t>
            </a: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https://colab.research.google.com/github/DhavalTaunk08/NLP_scripts/blob/master/sentiment_analysis_using_roberta.ipynb#scrollTo=a-GlywkSFegL</a:t>
            </a: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* Análisis de preguntas y respuestas: https://www.youtube.com/watch?v=6a6L_9USZxg&amp;ab_channel=AbhishekThakur</a:t>
            </a: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endParaRPr lang="es-419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endParaRPr lang="es-419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endParaRPr lang="es-419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Natural Language Processing in Python - YouTube">
            <a:extLst>
              <a:ext uri="{FF2B5EF4-FFF2-40B4-BE49-F238E27FC236}">
                <a16:creationId xmlns:a16="http://schemas.microsoft.com/office/drawing/2014/main" id="{F59F6BF7-31BC-461A-AF84-CE1C0A3E15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31453" r="70192" b="13915"/>
          <a:stretch/>
        </p:blipFill>
        <p:spPr bwMode="auto">
          <a:xfrm>
            <a:off x="8393723" y="2507157"/>
            <a:ext cx="2140086" cy="265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17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45439-D668-483B-96A0-9ABB793C0E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419" b="1" dirty="0"/>
              <a:t>Gracias.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4036365918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172</TotalTime>
  <Words>258</Words>
  <Application>Microsoft Office PowerPoint</Application>
  <PresentationFormat>Panorámica</PresentationFormat>
  <Paragraphs>20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Times New Roman</vt:lpstr>
      <vt:lpstr>Wingdings 3</vt:lpstr>
      <vt:lpstr>Espiral</vt:lpstr>
      <vt:lpstr>Natural Processing Language, NPL  RoBERTa</vt:lpstr>
      <vt:lpstr>RoBERTa - NPL</vt:lpstr>
      <vt:lpstr>RoBERTa - NPL</vt:lpstr>
      <vt:lpstr>RoBERTa - NPL</vt:lpstr>
      <vt:lpstr>RoBERTa - NPL</vt:lpstr>
      <vt:lpstr>RoBERTa – NPL – Ejemplos</vt:lpstr>
      <vt:lpstr>Gracias.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ISOMAP</dc:title>
  <dc:creator>Angelica Parra</dc:creator>
  <cp:lastModifiedBy>Angelica Parra</cp:lastModifiedBy>
  <cp:revision>53</cp:revision>
  <dcterms:created xsi:type="dcterms:W3CDTF">2021-09-16T17:48:21Z</dcterms:created>
  <dcterms:modified xsi:type="dcterms:W3CDTF">2021-10-28T19:03:53Z</dcterms:modified>
</cp:coreProperties>
</file>