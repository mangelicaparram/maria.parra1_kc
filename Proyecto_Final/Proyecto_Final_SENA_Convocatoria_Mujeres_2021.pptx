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63" r:id="rId3"/>
    <p:sldId id="264" r:id="rId4"/>
    <p:sldId id="265" r:id="rId5"/>
    <p:sldId id="266" r:id="rId6"/>
    <p:sldId id="268" r:id="rId7"/>
    <p:sldId id="269" r:id="rId8"/>
    <p:sldId id="271" r:id="rId9"/>
    <p:sldId id="275" r:id="rId10"/>
    <p:sldId id="274" r:id="rId11"/>
    <p:sldId id="273" r:id="rId12"/>
    <p:sldId id="272" r:id="rId13"/>
    <p:sldId id="270" r:id="rId14"/>
    <p:sldId id="276" r:id="rId15"/>
    <p:sldId id="26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2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1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0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7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4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18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07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13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69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252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12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7909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73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03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4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6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562" y="424974"/>
            <a:ext cx="10709030" cy="2262781"/>
          </a:xfrm>
        </p:spPr>
        <p:txBody>
          <a:bodyPr>
            <a:normAutofit fontScale="90000"/>
          </a:bodyPr>
          <a:lstStyle/>
          <a:p>
            <a:r>
              <a:rPr lang="es-419" b="1" dirty="0"/>
              <a:t>Serie de Tiempo Python</a:t>
            </a:r>
            <a:br>
              <a:rPr lang="es-419" b="1" dirty="0"/>
            </a:br>
            <a:br>
              <a:rPr lang="es-419" sz="2900" b="1" dirty="0"/>
            </a:br>
            <a:r>
              <a:rPr lang="es-419" sz="2900" b="1" i="1" dirty="0"/>
              <a:t>Análisis de la Serie de Tiempo para predecir fecha en donde se logrará la inmunidad de rebaño Covid-19 en Colombia</a:t>
            </a:r>
            <a:endParaRPr lang="es-CO" sz="29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María Angélica Parra Mendoza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Data </a:t>
            </a:r>
            <a:r>
              <a:rPr lang="es-419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Science</a:t>
            </a: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- Minería de Datos basado en Python – Proyecto Final </a:t>
            </a:r>
            <a:r>
              <a:rPr lang="es-419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Bootcamp</a:t>
            </a:r>
            <a:endParaRPr lang="es-CO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Convocatoria Mujeres Digitales 2021 – SENA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1026" name="Picture 2" descr="Introducción a las series temporales: descomposición de tendencias con  Python">
            <a:extLst>
              <a:ext uri="{FF2B5EF4-FFF2-40B4-BE49-F238E27FC236}">
                <a16:creationId xmlns:a16="http://schemas.microsoft.com/office/drawing/2014/main" id="{921EDE4D-D4B0-41C0-A2D6-9B73EC691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815" y="2849732"/>
            <a:ext cx="2668482" cy="192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62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Introducción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2733965"/>
            <a:ext cx="4615151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Los coronavirus (</a:t>
            </a:r>
            <a:r>
              <a:rPr lang="es-419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CoV</a:t>
            </a: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) son virus que surgen periódicamente en diferentes áreas del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mundo y que causan Infección Respiratoria Aguda (IRA), es decir gripa, que pueden llegar a ser leve, moderada o grave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A430A1-C19A-4605-8D85-9B8AE1E85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52" y="2733965"/>
            <a:ext cx="4193070" cy="209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8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Inmunidad de Rebaño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4783360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acuerdo con el último Censo Nacional de Población y Vivienda, CNPV, realizado por el Departamento Administrativo Nacional de Estadística, DANE, la cantidad de personas en Colombia está alrededor de los 50 millones de personas.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Por lo tanto, la inmunidad de rebaño se alcanzará con la vacunación de 38 millones de personas, aproximadamente.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D3545C-06D9-4818-893E-7A79A3081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74" y="3128978"/>
            <a:ext cx="3754462" cy="250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7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Datos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5298642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Asignaci_n_de_dosis_de_vacuna_contra_COVID-19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537.251 filas X 11 columnas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Aplicación de primeras dosis y esquema completo de vacunación Covid-19 en Colombia, desde el 17 de febrero hasta el 13 de octubre del 2021.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Tamaño 300 KB.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El </a:t>
            </a:r>
            <a:r>
              <a:rPr lang="es-419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es un archivo .</a:t>
            </a:r>
            <a:r>
              <a:rPr lang="es-419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csv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2155F9-5948-4BBE-BDCE-49172CB82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05" y="3552793"/>
            <a:ext cx="3548842" cy="199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9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Modelo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4605914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Serie de Tiempo, definida como una secuencia de datos, observaciones o valores, medidos en determinados momentos y ordenados cronológicamente. Los datos pueden estar espaciados a intervalos iguales o desiguales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52991F-B628-4112-AAC5-8AC9ACE05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720" y="2991531"/>
            <a:ext cx="4796589" cy="150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2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Objetivo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4605914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Construir un modelo de serie de tiempo para predecir, de acuerdo con la sumatoria de las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dosis aplicadas en esquema completo de vacunación Covid-19; cuándo se alcanzará la inmunidad de rebaño de la población colombiana.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2050" name="Picture 2" descr="Cómo crear el objetivo de negocio – DigitAll Business">
            <a:extLst>
              <a:ext uri="{FF2B5EF4-FFF2-40B4-BE49-F238E27FC236}">
                <a16:creationId xmlns:a16="http://schemas.microsoft.com/office/drawing/2014/main" id="{2BC9E566-92A7-4145-9326-0BB1D32AB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771" y="2733965"/>
            <a:ext cx="3294101" cy="279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97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Implementación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4605914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Se utilizaron las siguientes librerías de Python en el entorno de desarrollo Google </a:t>
            </a:r>
            <a:r>
              <a:rPr lang="es-419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Colaboratory</a:t>
            </a: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0B8991-8545-48F0-9849-335E3AA9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877" y="2733965"/>
            <a:ext cx="2397369" cy="239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0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Implementación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0B8991-8545-48F0-9849-335E3AA9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095" y="2733964"/>
            <a:ext cx="2397369" cy="23973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D36D7E4-CEAC-471C-AC2D-2058B40577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91" t="25589" r="70529" b="40472"/>
          <a:stretch/>
        </p:blipFill>
        <p:spPr>
          <a:xfrm>
            <a:off x="2179782" y="2733965"/>
            <a:ext cx="3094360" cy="232756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F6E2BF3-B845-4AA5-B1EC-319DDE1211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91" t="58989" r="70529" b="7072"/>
          <a:stretch/>
        </p:blipFill>
        <p:spPr>
          <a:xfrm>
            <a:off x="5504517" y="2733964"/>
            <a:ext cx="3094360" cy="232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89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Implementación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0B8991-8545-48F0-9849-335E3AA9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877" y="2733965"/>
            <a:ext cx="2397369" cy="239736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78FE3EF-C533-4D16-BEF4-F6953CF1B6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51" t="30976" r="48713" b="22828"/>
          <a:stretch/>
        </p:blipFill>
        <p:spPr>
          <a:xfrm>
            <a:off x="2438399" y="2733965"/>
            <a:ext cx="5624945" cy="316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9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Implementación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0B8991-8545-48F0-9849-335E3AA9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877" y="2733965"/>
            <a:ext cx="2397369" cy="239736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A76146-467D-465B-9BEB-3F615081FB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03" t="33670" r="49394" b="19865"/>
          <a:stretch/>
        </p:blipFill>
        <p:spPr>
          <a:xfrm>
            <a:off x="2336800" y="2641600"/>
            <a:ext cx="5523346" cy="318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6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Implementación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0B8991-8545-48F0-9849-335E3AA9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877" y="2733965"/>
            <a:ext cx="2397369" cy="23973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166592D-9DA4-4F3D-BFBA-D910B04C38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" t="28417" r="45000" b="18922"/>
          <a:stretch/>
        </p:blipFill>
        <p:spPr>
          <a:xfrm>
            <a:off x="2161309" y="2574756"/>
            <a:ext cx="6096000" cy="361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4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Implementación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0B8991-8545-48F0-9849-335E3AA9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877" y="2733965"/>
            <a:ext cx="2397369" cy="239736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6A12BB9-245D-440B-B0C4-BD81987331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0" t="34209" r="48561" b="19461"/>
          <a:stretch/>
        </p:blipFill>
        <p:spPr>
          <a:xfrm>
            <a:off x="2253673" y="2733965"/>
            <a:ext cx="5597236" cy="317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12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/>
          </a:bodyPr>
          <a:lstStyle/>
          <a:p>
            <a:r>
              <a:rPr lang="es-419" b="1" dirty="0"/>
              <a:t>Conclusión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4" y="2733965"/>
            <a:ext cx="4605914" cy="31696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Se realiza todo el proceso descrito en clase. Sin embargo, no se realiza la conversión de formatos </a:t>
            </a:r>
            <a:r>
              <a:rPr lang="es-419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</a:t>
            </a: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a </a:t>
            </a:r>
            <a:r>
              <a:rPr lang="es-419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datetime</a:t>
            </a: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en el </a:t>
            </a:r>
            <a:r>
              <a:rPr lang="es-419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es-419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para realizar la gráfica de los datos. Aunque, se evidencian los datos predictivos. Igualmente, el error es muy elevado.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77EBF9-7E49-40F8-9D0C-C82FBBBE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076" y="2894629"/>
            <a:ext cx="3103419" cy="232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0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754"/>
            <a:ext cx="9224096" cy="2262781"/>
          </a:xfrm>
        </p:spPr>
        <p:txBody>
          <a:bodyPr>
            <a:normAutofit fontScale="90000"/>
          </a:bodyPr>
          <a:lstStyle/>
          <a:p>
            <a:r>
              <a:rPr lang="es-419" b="1" dirty="0"/>
              <a:t>Conclusión</a:t>
            </a:r>
            <a:br>
              <a:rPr lang="es-419" b="1" dirty="0"/>
            </a:br>
            <a:br>
              <a:rPr lang="es-419" b="1" dirty="0"/>
            </a:b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C93D43B-31FA-446F-A3D7-C724B8C237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4" t="23896" r="29621" b="8687"/>
          <a:stretch/>
        </p:blipFill>
        <p:spPr>
          <a:xfrm>
            <a:off x="2447637" y="1555675"/>
            <a:ext cx="8285018" cy="462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439-D668-483B-96A0-9ABB793C0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b="1" dirty="0"/>
              <a:t>Gracias.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036365918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201</TotalTime>
  <Words>359</Words>
  <Application>Microsoft Office PowerPoint</Application>
  <PresentationFormat>Panorámica</PresentationFormat>
  <Paragraphs>32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Espiral</vt:lpstr>
      <vt:lpstr>Serie de Tiempo Python  Análisis de la Serie de Tiempo para predecir fecha en donde se logrará la inmunidad de rebaño Covid-19 en Colombia</vt:lpstr>
      <vt:lpstr>Introducción</vt:lpstr>
      <vt:lpstr>Inmunidad de Rebaño</vt:lpstr>
      <vt:lpstr>Datos</vt:lpstr>
      <vt:lpstr>Modelo</vt:lpstr>
      <vt:lpstr>Objetivo</vt:lpstr>
      <vt:lpstr>Implementación</vt:lpstr>
      <vt:lpstr>Implementación</vt:lpstr>
      <vt:lpstr>Implementación</vt:lpstr>
      <vt:lpstr>Implementación</vt:lpstr>
      <vt:lpstr>Implementación</vt:lpstr>
      <vt:lpstr>Implementación</vt:lpstr>
      <vt:lpstr>Conclusión</vt:lpstr>
      <vt:lpstr>Conclusión  </vt:lpstr>
      <vt:lpstr>Gracias.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ISOMAP</dc:title>
  <dc:creator>Angelica Parra</dc:creator>
  <cp:lastModifiedBy>Angelica Parra</cp:lastModifiedBy>
  <cp:revision>75</cp:revision>
  <dcterms:created xsi:type="dcterms:W3CDTF">2021-09-16T17:48:21Z</dcterms:created>
  <dcterms:modified xsi:type="dcterms:W3CDTF">2021-11-17T19:19:05Z</dcterms:modified>
</cp:coreProperties>
</file>