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9" r:id="rId4"/>
    <p:sldId id="260" r:id="rId5"/>
    <p:sldId id="261" r:id="rId6"/>
    <p:sldId id="262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38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9/16/2021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9/16/2021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9/16/2021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9/16/2021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9/16/2021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9/16/2021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9/16/2021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9/16/2021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9/16/2021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9/16/2021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9/16/2021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9/16/2021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9/16/2021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la 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9/16/2021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9/16/2021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9/16/2021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9/16/2021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9/16/2021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68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58" r:id="rId16"/>
    <p:sldLayoutId id="214748365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gif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EE842D7-B33B-4839-ACA3-5DA20DCF987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419" b="1" dirty="0"/>
              <a:t>ISOMAP</a:t>
            </a:r>
            <a:endParaRPr lang="es-CO" b="1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86C4D1F-2C5B-474D-BB53-F710B5E2476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  <a:tabLst>
                <a:tab pos="2806065" algn="ctr"/>
                <a:tab pos="5612130" algn="r"/>
              </a:tabLst>
            </a:pPr>
            <a:r>
              <a:rPr lang="es-419" sz="18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María Angélica Parra Mendoza</a:t>
            </a:r>
          </a:p>
          <a:p>
            <a:pPr>
              <a:lnSpc>
                <a:spcPct val="150000"/>
              </a:lnSpc>
              <a:tabLst>
                <a:tab pos="2806065" algn="ctr"/>
                <a:tab pos="5612130" algn="r"/>
              </a:tabLst>
            </a:pPr>
            <a:r>
              <a:rPr lang="es-419" sz="18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Data </a:t>
            </a:r>
            <a:r>
              <a:rPr lang="es-419" sz="180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Science</a:t>
            </a:r>
            <a:r>
              <a:rPr lang="es-419" sz="18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 - Minería de Datos basado en Python – Taller 6</a:t>
            </a:r>
            <a:endParaRPr lang="es-CO" sz="18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tabLst>
                <a:tab pos="2806065" algn="ctr"/>
                <a:tab pos="5612130" algn="r"/>
              </a:tabLst>
            </a:pPr>
            <a:r>
              <a:rPr lang="es-419" sz="18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Convocatoria Mujeres Digitales 2021 – SENA</a:t>
            </a:r>
            <a:endParaRPr lang="es-CO" dirty="0">
              <a:solidFill>
                <a:schemeClr val="tx1"/>
              </a:solidFill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923F49A5-49CE-4FBA-8AE1-0D4F9B158AA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1136" t="29630" r="38409" b="40202"/>
          <a:stretch/>
        </p:blipFill>
        <p:spPr>
          <a:xfrm>
            <a:off x="684212" y="499532"/>
            <a:ext cx="3592946" cy="20020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76268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>
            <a:extLst>
              <a:ext uri="{FF2B5EF4-FFF2-40B4-BE49-F238E27FC236}">
                <a16:creationId xmlns:a16="http://schemas.microsoft.com/office/drawing/2014/main" id="{A9B8662D-1E57-4465-84BD-E68C749FBE1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0000" t="28014" r="26742" b="28619"/>
          <a:stretch/>
        </p:blipFill>
        <p:spPr>
          <a:xfrm>
            <a:off x="8423372" y="3011054"/>
            <a:ext cx="3205210" cy="3361816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DB7FDA7F-3697-46DE-AFFD-6DE3AAA1A58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5606" t="36633" r="5606" b="37880"/>
          <a:stretch/>
        </p:blipFill>
        <p:spPr>
          <a:xfrm>
            <a:off x="378691" y="392767"/>
            <a:ext cx="7308802" cy="2701416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C3A9D756-DC27-4EB3-89F9-58EF9D078447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55319" t="42290" r="6988" b="48821"/>
          <a:stretch/>
        </p:blipFill>
        <p:spPr>
          <a:xfrm>
            <a:off x="378690" y="3094183"/>
            <a:ext cx="7308803" cy="9694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82858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08DC3995-9C5D-4983-BBA8-F8CF9A5C19E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6591" t="50000" r="26742" b="25656"/>
          <a:stretch/>
        </p:blipFill>
        <p:spPr>
          <a:xfrm>
            <a:off x="2895224" y="4387273"/>
            <a:ext cx="6830667" cy="2004291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ADC34BA3-4A79-421B-BE48-B14B57E0B07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378" t="16161" r="57365" b="66734"/>
          <a:stretch/>
        </p:blipFill>
        <p:spPr>
          <a:xfrm>
            <a:off x="387928" y="447964"/>
            <a:ext cx="7493158" cy="1935018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A9F852D1-B97C-42F4-A1B3-947E50257C5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454" t="84848" r="58459" b="6532"/>
          <a:stretch/>
        </p:blipFill>
        <p:spPr>
          <a:xfrm>
            <a:off x="387927" y="2382982"/>
            <a:ext cx="7493158" cy="10067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14726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BB2B1B16-5DFD-41D6-ABCE-068C9E2F6FAD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53219" y="3666836"/>
            <a:ext cx="3573128" cy="28029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F9F6AF93-061C-405D-BC04-98DF258AC53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985" t="44714" r="55379" b="20674"/>
          <a:stretch/>
        </p:blipFill>
        <p:spPr>
          <a:xfrm>
            <a:off x="517236" y="350981"/>
            <a:ext cx="6891696" cy="3472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0765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7E650B04-49EA-4BE6-A461-DB88189CC46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9071" t="53974" r="61970" b="23906"/>
          <a:stretch/>
        </p:blipFill>
        <p:spPr>
          <a:xfrm>
            <a:off x="850589" y="3159151"/>
            <a:ext cx="5873484" cy="2523519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C715E414-3ACF-4429-8CBC-2930197F80E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5606" t="39461" r="5530" b="40337"/>
          <a:stretch/>
        </p:blipFill>
        <p:spPr>
          <a:xfrm>
            <a:off x="341744" y="434109"/>
            <a:ext cx="7426038" cy="2171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86491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7545439-D668-483B-96A0-9ABB793C0E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/>
          <a:lstStyle/>
          <a:p>
            <a:r>
              <a:rPr lang="es-419" b="1" dirty="0"/>
              <a:t>GRACIAS</a:t>
            </a:r>
            <a:endParaRPr lang="es-CO" b="1" dirty="0"/>
          </a:p>
        </p:txBody>
      </p:sp>
    </p:spTree>
    <p:extLst>
      <p:ext uri="{BB962C8B-B14F-4D97-AF65-F5344CB8AC3E}">
        <p14:creationId xmlns:p14="http://schemas.microsoft.com/office/powerpoint/2010/main" val="4036365918"/>
      </p:ext>
    </p:extLst>
  </p:cSld>
  <p:clrMapOvr>
    <a:masterClrMapping/>
  </p:clrMapOvr>
</p:sld>
</file>

<file path=ppt/theme/theme1.xml><?xml version="1.0" encoding="utf-8"?>
<a:theme xmlns:a="http://schemas.openxmlformats.org/drawingml/2006/main" name="Sector">
  <a:themeElements>
    <a:clrScheme name="Slice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Slice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lic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54</TotalTime>
  <Words>24</Words>
  <Application>Microsoft Office PowerPoint</Application>
  <PresentationFormat>Panorámica</PresentationFormat>
  <Paragraphs>5</Paragraphs>
  <Slides>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12" baseType="lpstr">
      <vt:lpstr>Arial</vt:lpstr>
      <vt:lpstr>Calibri</vt:lpstr>
      <vt:lpstr>Century Gothic</vt:lpstr>
      <vt:lpstr>Times New Roman</vt:lpstr>
      <vt:lpstr>Wingdings 3</vt:lpstr>
      <vt:lpstr>Sector</vt:lpstr>
      <vt:lpstr>ISOMAP</vt:lpstr>
      <vt:lpstr>Presentación de PowerPoint</vt:lpstr>
      <vt:lpstr>Presentación de PowerPoint</vt:lpstr>
      <vt:lpstr>Presentación de PowerPoint</vt:lpstr>
      <vt:lpstr>Presentación de PowerPoint</vt:lpstr>
      <vt:lpstr>GRACIAS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ISOMAP</dc:title>
  <dc:creator>Angelica Parra</dc:creator>
  <cp:lastModifiedBy>Angelica Parra</cp:lastModifiedBy>
  <cp:revision>18</cp:revision>
  <dcterms:created xsi:type="dcterms:W3CDTF">2021-09-16T17:48:21Z</dcterms:created>
  <dcterms:modified xsi:type="dcterms:W3CDTF">2021-09-16T18:42:36Z</dcterms:modified>
</cp:coreProperties>
</file>